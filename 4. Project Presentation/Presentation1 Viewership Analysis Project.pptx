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2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4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7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1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8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9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5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8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6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CC1EE-AA7D-4F8E-8C05-002BD82523D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21E4-688C-4FBF-A94A-A945F99E1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0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9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38" y="-80963"/>
            <a:ext cx="12487275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8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275" y="-161925"/>
            <a:ext cx="12487275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76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38" y="-80963"/>
            <a:ext cx="12487275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37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38" y="-80963"/>
            <a:ext cx="12487275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8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38" y="-80963"/>
            <a:ext cx="12487275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1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38" y="-80963"/>
            <a:ext cx="12487275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3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38" y="-80963"/>
            <a:ext cx="12487275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0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38" y="-80963"/>
            <a:ext cx="12487275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7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Viewership Analysis</dc:title>
  <dc:creator>Microsoft account</dc:creator>
  <cp:lastModifiedBy>Microsoft account</cp:lastModifiedBy>
  <cp:revision>8</cp:revision>
  <dcterms:created xsi:type="dcterms:W3CDTF">2026-09-17T11:12:40Z</dcterms:created>
  <dcterms:modified xsi:type="dcterms:W3CDTF">2026-09-17T12:34:00Z</dcterms:modified>
</cp:coreProperties>
</file>